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6F43F-55E4-4571-04FE-AA139F401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321232-B458-BF6A-9629-2EB228C62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BEFF21-89E3-3D9A-5EA1-E73825EA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D2E6F-2631-DE4A-8765-4217AA82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A79C38-614F-86CE-7A61-070E72CE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85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4535E-812B-CCF6-8FEF-B79D817C1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8FC314-17BA-A609-D06E-FEBF1328D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676B25-5862-70C5-24D7-1B039912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234664-3A26-472B-824E-0B899473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CBF50-758E-385F-B1BD-F2A9FB40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2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67E9B-8C9B-2A93-4EA1-E2103BC3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82FDA-A36E-D1CD-7889-2C7D81FD7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464EBC-34CD-9928-2406-860503F9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3A9848-86AD-0928-584D-D5698CD5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994E3B-4E7A-21D1-8BDD-2E02E10E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07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8BD3B-5C42-4ECD-783F-D2AA8809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A16D72-B062-A1CB-A0C9-C28067D55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0F5A00-0C6A-4D12-9EF6-34D5E3461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061E7B-5B33-F266-D20F-8648DCA0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D988E8-DDF3-94F7-3A84-281616C2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885FC5-225B-15D0-6A77-CA374B63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07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CC1A3-5E2C-D91F-648F-DF5F32A7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9A79F5-E17F-6E7E-790A-F238570D9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6AD7-8950-9DCE-A0B2-1E0D012B4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B52166-7AE5-20D2-CE0A-F3AE150A7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8FB6F3-D80C-564A-838B-67F9FC1CF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AC7ED6-255C-AB93-47DB-945D78B8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E099E3-7F66-795C-C589-AB968026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636288-AB37-5F28-CFC0-F23A4242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38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0ABE3-46F4-C30D-8E78-6034F22D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DD9F6E3-CEEC-67CE-D998-0E06ED77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BC31F19-F9D9-CDE1-4D4E-B37816AF6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112A50-FF1F-C2F4-084B-81C5E158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81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003987-168E-F858-F07D-5D47A48E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9BDA08-BE3F-5027-4384-A811686C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F98B52-7A5C-1CD7-F925-2F8CE3B8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18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0686D-1571-6768-F241-9A362310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AB1835-7276-3BF6-36B4-963BF71DD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C444BD-7195-46AF-328D-160BC022D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271C7E-75DC-8AD5-D01A-85A193A8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65092C-3612-C17B-CB56-0A157845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3A4C04-BA78-B83D-E752-5A1FD9F6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974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DC591-7812-0EF4-9BF1-8DFA9520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33E6AAE-D64D-F9D9-F3B9-705E59165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39A44D-BC2E-D798-63D0-F33FA2FA2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2D0DD1-48D6-CD5C-7D37-04CA6633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0465D0-5D1D-471C-DE9A-088BB533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1E42CD-5775-6EC5-D0F0-5108BB04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378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283F1-3F17-CFAB-A0E9-7D1D3FF6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0EB4D7-C7EF-1BAF-2539-12C658281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FB55F6-104B-8030-10F8-2095A095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879245-207A-FD6B-4B5C-36E7FEC6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5F9E5B-45F8-7679-F189-F6D29593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54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05E0AF-7FB8-DF4C-0249-DE8C368FC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0F0E22-5F03-FB55-46B8-1273E422D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C05745-B1BC-E9D4-D7B6-281D078D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266E7B-5791-5B66-F564-B76DDD4F6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225E7F-3558-30F6-2A18-05AA311A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435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9C80FC0-6441-24E5-4E3E-6EB0144E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3CE9BC-DB82-F041-FEB4-37183D773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202051-8170-D420-884E-85D0F8C53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326BA-2B97-477F-BB8F-2C34E09FC75F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1539B1-3396-F9A9-E585-7275149C2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51D1D2-009F-B7B1-59E1-95002C945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83095-EDDC-40CD-8D9B-E59B4569D0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30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F7209-35B9-D0E5-8ADB-4AB398E13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769806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PROCESSO SELETIVO SIMPLIFICADO PARA CONTRATAÇÃO TEMPORÁRIA DE DOCENTES DA EDUCAÇÃO PROFISSIONAL TÉCNICA DE ENSINO MÉDIO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F96996-EE96-BAB8-06C0-53BB4F19D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40077"/>
            <a:ext cx="9144000" cy="414921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EIXO IV – INFORMAÇÃO E COMUNICAÇÃO</a:t>
            </a:r>
          </a:p>
          <a:p>
            <a:pPr algn="just"/>
            <a:endParaRPr lang="pt-B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TEMA 1 – Desenvolvimento de soluções utilizando pensamento computacional. Apresentar os fundamentos do pensamento computacional, demonstrando como a decomposição de problemas, o reconhecimento de padrões, a abstração e a construção de algoritmos auxiliam no desenvolvimento de soluções tecnológicas. </a:t>
            </a:r>
          </a:p>
          <a:p>
            <a:pPr algn="just"/>
            <a:endParaRPr lang="pt-B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PROF. DIELME RAMOS GOMES</a:t>
            </a:r>
          </a:p>
          <a:p>
            <a:pPr algn="just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21808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194F3-95D3-D8A5-4245-378BF7D2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que é o Pensamento Computacional?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8F120-2C48-6323-C374-83CAFFD13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6"/>
          </a:xfrm>
        </p:spPr>
        <p:txBody>
          <a:bodyPr>
            <a:normAutofit/>
          </a:bodyPr>
          <a:lstStyle/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Pensamento computacional não é sobre aprender a programar em uma linguagem específica, mas sobre como humanos resolvem problemas complexos de forma organizada para que computadores possam nos ajudar a executá-los.</a:t>
            </a:r>
          </a:p>
        </p:txBody>
      </p:sp>
    </p:spTree>
    <p:extLst>
      <p:ext uri="{BB962C8B-B14F-4D97-AF65-F5344CB8AC3E}">
        <p14:creationId xmlns:p14="http://schemas.microsoft.com/office/powerpoint/2010/main" val="328905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7607-09D8-7625-1B44-12ED2B6F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B1681-C18B-9BDD-1833-C675B2F0A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que é o Pensamento Computacional?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F8D498-F907-7418-9BD1-59FE956C9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6"/>
          </a:xfrm>
        </p:spPr>
        <p:txBody>
          <a:bodyPr>
            <a:normAutofit/>
          </a:bodyPr>
          <a:lstStyle/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Processamento Eficiente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Organizar o raciocínio para que computadores (ou outros humanos) possam executar as soluções com precisão.</a:t>
            </a:r>
          </a:p>
          <a:p>
            <a:pPr algn="just"/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93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7A7B9-6A86-C463-25B5-D0EBF0C9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F3900-5807-69DC-EB6F-74BADA3D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Os Quatro Pilares Fundamentais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69D372-D5CF-14EE-92A8-62F6D1CE5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6"/>
          </a:xfrm>
        </p:spPr>
        <p:txBody>
          <a:bodyPr>
            <a:normAutofit/>
          </a:bodyPr>
          <a:lstStyle/>
          <a:p>
            <a:pPr algn="just"/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Decomposição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Reconhecimento de Padrões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Abstração 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Algoritmos</a:t>
            </a:r>
          </a:p>
        </p:txBody>
      </p:sp>
    </p:spTree>
    <p:extLst>
      <p:ext uri="{BB962C8B-B14F-4D97-AF65-F5344CB8AC3E}">
        <p14:creationId xmlns:p14="http://schemas.microsoft.com/office/powerpoint/2010/main" val="182383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B4286-8FF5-4B8E-6210-1D9A1116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9D55D-947B-8155-4540-43F674125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Decomposição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83344-CAA9-6C4A-3E6E-9CDCFC4F0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Dividir para conquistar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Quebrar um problema grande e complexo em partes menores, simples e fáceis de gerenciar.</a:t>
            </a:r>
          </a:p>
          <a:p>
            <a:pPr algn="just"/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Exemplo do App de Entregas: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Cadastro do cardápio digital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Recebimento de pedidos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Processo de pagamento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Logística de rota de entrega </a:t>
            </a:r>
          </a:p>
        </p:txBody>
      </p:sp>
    </p:spTree>
    <p:extLst>
      <p:ext uri="{BB962C8B-B14F-4D97-AF65-F5344CB8AC3E}">
        <p14:creationId xmlns:p14="http://schemas.microsoft.com/office/powerpoint/2010/main" val="1011426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293F-3108-06D6-E23A-B48815539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E2246-25D0-823F-E662-83D16FEE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Reconhecimento de Padrões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BFF9D4-0B46-2CD8-7AD9-E15D81AF4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6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Identificar Similaridades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Observar tendências, repetições ou características comuns para reaproveitar soluções já testadas.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Padrão de Consumo: Picos de Pedidos entre 12h-14h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Padrão de UX: Interface de “carrinho de compras” padronizada para facilidade do usuário</a:t>
            </a:r>
          </a:p>
        </p:txBody>
      </p:sp>
    </p:spTree>
    <p:extLst>
      <p:ext uri="{BB962C8B-B14F-4D97-AF65-F5344CB8AC3E}">
        <p14:creationId xmlns:p14="http://schemas.microsoft.com/office/powerpoint/2010/main" val="310889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331B-624B-FC6F-1CCE-39A46B6CA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F21C2-3FBD-85C4-E694-46D28702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224556-6A1E-A5D0-F234-D25661EDD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6"/>
          </a:xfrm>
        </p:spPr>
        <p:txBody>
          <a:bodyPr>
            <a:normAutofit/>
          </a:bodyPr>
          <a:lstStyle/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Filtrar o irrelevante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Foco estritamente nos elementos essenciais para a solução, ignorando detalhes secundários que geram ruído.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Exemplo: Nome, endereço, itens e valor total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Ignorado: Cor da roupa do entregador, ou receita do prato.</a:t>
            </a:r>
          </a:p>
        </p:txBody>
      </p:sp>
    </p:spTree>
    <p:extLst>
      <p:ext uri="{BB962C8B-B14F-4D97-AF65-F5344CB8AC3E}">
        <p14:creationId xmlns:p14="http://schemas.microsoft.com/office/powerpoint/2010/main" val="2256089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A0CA-120F-BAD3-5C78-DF1AADE3B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94508-3DE4-CC15-DB18-7AC3819E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C99EB5-F7BB-AC93-D127-FE2302183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Algoritmo é uma sequência lógica, finita e bem definida de instruções para realizar uma tarefa ou resolver um problema.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Fluxo do Pedido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1. Receber o pedido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2. Verificar autorização de pagamento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3. Se aprovado: Enviar pedido para cozinha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4. Se recusado: Notificar o cliente</a:t>
            </a:r>
          </a:p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5. Dispara chamado para o entregador</a:t>
            </a:r>
          </a:p>
        </p:txBody>
      </p:sp>
    </p:spTree>
    <p:extLst>
      <p:ext uri="{BB962C8B-B14F-4D97-AF65-F5344CB8AC3E}">
        <p14:creationId xmlns:p14="http://schemas.microsoft.com/office/powerpoint/2010/main" val="31705783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332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PROCESSO SELETIVO SIMPLIFICADO PARA CONTRATAÇÃO TEMPORÁRIA DE DOCENTES DA EDUCAÇÃO PROFISSIONAL TÉCNICA DE ENSINO MÉDIO</vt:lpstr>
      <vt:lpstr>O que é o Pensamento Computacional?</vt:lpstr>
      <vt:lpstr>O que é o Pensamento Computacional?</vt:lpstr>
      <vt:lpstr>Os Quatro Pilares Fundamentais</vt:lpstr>
      <vt:lpstr>Decomposição</vt:lpstr>
      <vt:lpstr>Reconhecimento de Padrões</vt:lpstr>
      <vt:lpstr>Abstração</vt:lpstr>
      <vt:lpstr>Algoritmos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dielme ramos gomes</dc:creator>
  <cp:lastModifiedBy>dielme ramos gomes</cp:lastModifiedBy>
  <cp:revision>3</cp:revision>
  <dcterms:created xsi:type="dcterms:W3CDTF">2026-09-11T23:04:05Z</dcterms:created>
  <dcterms:modified xsi:type="dcterms:W3CDTF">2026-09-12T00:28:35Z</dcterms:modified>
</cp:coreProperties>
</file>